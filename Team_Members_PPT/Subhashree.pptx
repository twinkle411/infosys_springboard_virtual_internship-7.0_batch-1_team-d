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E2EBC0-D69C-4E6C-B730-F4607A2F88DB}" v="19" dt="2026-08-17T06:21:41.346"/>
  </p1510:revLst>
</p1510:revInfo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hashree Subhasmita" userId="cb825dd1dcdf621e" providerId="LiveId" clId="{90FA3213-104B-49C3-8ABB-AEFA58DAFFEA}"/>
    <pc:docChg chg="undo custSel addSld delSld modSld">
      <pc:chgData name="Subhashree Subhasmita" userId="cb825dd1dcdf621e" providerId="LiveId" clId="{90FA3213-104B-49C3-8ABB-AEFA58DAFFEA}" dt="2026-08-17T06:31:43.977" v="775" actId="20577"/>
      <pc:docMkLst>
        <pc:docMk/>
      </pc:docMkLst>
      <pc:sldChg chg="addSp delSp mod">
        <pc:chgData name="Subhashree Subhasmita" userId="cb825dd1dcdf621e" providerId="LiveId" clId="{90FA3213-104B-49C3-8ABB-AEFA58DAFFEA}" dt="2026-08-17T05:27:05.832" v="13" actId="22"/>
        <pc:sldMkLst>
          <pc:docMk/>
          <pc:sldMk cId="0" sldId="257"/>
        </pc:sldMkLst>
        <pc:picChg chg="add del">
          <ac:chgData name="Subhashree Subhasmita" userId="cb825dd1dcdf621e" providerId="LiveId" clId="{90FA3213-104B-49C3-8ABB-AEFA58DAFFEA}" dt="2026-08-17T05:27:05.832" v="13" actId="22"/>
          <ac:picMkLst>
            <pc:docMk/>
            <pc:sldMk cId="0" sldId="257"/>
            <ac:picMk id="6" creationId="{AF5EE45D-9C1B-CB4D-3A3F-DD1349991857}"/>
          </ac:picMkLst>
        </pc:picChg>
      </pc:sldChg>
      <pc:sldChg chg="addSp delSp modSp new add del mod">
        <pc:chgData name="Subhashree Subhasmita" userId="cb825dd1dcdf621e" providerId="LiveId" clId="{90FA3213-104B-49C3-8ABB-AEFA58DAFFEA}" dt="2026-08-17T06:27:23.613" v="766" actId="478"/>
        <pc:sldMkLst>
          <pc:docMk/>
          <pc:sldMk cId="28630362" sldId="258"/>
        </pc:sldMkLst>
        <pc:spChg chg="add mod">
          <ac:chgData name="Subhashree Subhasmita" userId="cb825dd1dcdf621e" providerId="LiveId" clId="{90FA3213-104B-49C3-8ABB-AEFA58DAFFEA}" dt="2026-08-17T05:25:49.147" v="3" actId="208"/>
          <ac:spMkLst>
            <pc:docMk/>
            <pc:sldMk cId="28630362" sldId="258"/>
            <ac:spMk id="2" creationId="{94F2F951-1E4D-C4C6-4A37-270054DA355E}"/>
          </ac:spMkLst>
        </pc:spChg>
        <pc:spChg chg="add mod">
          <ac:chgData name="Subhashree Subhasmita" userId="cb825dd1dcdf621e" providerId="LiveId" clId="{90FA3213-104B-49C3-8ABB-AEFA58DAFFEA}" dt="2026-08-17T05:33:11.090" v="40" actId="1076"/>
          <ac:spMkLst>
            <pc:docMk/>
            <pc:sldMk cId="28630362" sldId="258"/>
            <ac:spMk id="4" creationId="{F1D565A4-53ED-85AF-B9E0-59B15F6A9C05}"/>
          </ac:spMkLst>
        </pc:spChg>
        <pc:spChg chg="add mod">
          <ac:chgData name="Subhashree Subhasmita" userId="cb825dd1dcdf621e" providerId="LiveId" clId="{90FA3213-104B-49C3-8ABB-AEFA58DAFFEA}" dt="2026-08-17T06:27:22.314" v="765" actId="14100"/>
          <ac:spMkLst>
            <pc:docMk/>
            <pc:sldMk cId="28630362" sldId="258"/>
            <ac:spMk id="6" creationId="{062192A9-DE55-DDE6-8D63-543AFEEFDE1E}"/>
          </ac:spMkLst>
        </pc:spChg>
        <pc:spChg chg="add mod">
          <ac:chgData name="Subhashree Subhasmita" userId="cb825dd1dcdf621e" providerId="LiveId" clId="{90FA3213-104B-49C3-8ABB-AEFA58DAFFEA}" dt="2026-08-17T05:39:13.954" v="94" actId="14100"/>
          <ac:spMkLst>
            <pc:docMk/>
            <pc:sldMk cId="28630362" sldId="258"/>
            <ac:spMk id="10" creationId="{04C54AB1-973A-E7ED-FEE8-310813CEFD26}"/>
          </ac:spMkLst>
        </pc:spChg>
        <pc:spChg chg="add mod">
          <ac:chgData name="Subhashree Subhasmita" userId="cb825dd1dcdf621e" providerId="LiveId" clId="{90FA3213-104B-49C3-8ABB-AEFA58DAFFEA}" dt="2026-08-17T05:41:14.402" v="114" actId="1076"/>
          <ac:spMkLst>
            <pc:docMk/>
            <pc:sldMk cId="28630362" sldId="258"/>
            <ac:spMk id="12" creationId="{000A2CB8-3B7A-4677-F90F-A3D2675B184D}"/>
          </ac:spMkLst>
        </pc:spChg>
        <pc:spChg chg="add mod">
          <ac:chgData name="Subhashree Subhasmita" userId="cb825dd1dcdf621e" providerId="LiveId" clId="{90FA3213-104B-49C3-8ABB-AEFA58DAFFEA}" dt="2026-08-17T05:39:42.943" v="103" actId="14100"/>
          <ac:spMkLst>
            <pc:docMk/>
            <pc:sldMk cId="28630362" sldId="258"/>
            <ac:spMk id="14" creationId="{0340855A-F9FD-0AB9-54BB-3CC81595431B}"/>
          </ac:spMkLst>
        </pc:spChg>
        <pc:spChg chg="add mod">
          <ac:chgData name="Subhashree Subhasmita" userId="cb825dd1dcdf621e" providerId="LiveId" clId="{90FA3213-104B-49C3-8ABB-AEFA58DAFFEA}" dt="2026-08-17T05:40:45.430" v="108" actId="14100"/>
          <ac:spMkLst>
            <pc:docMk/>
            <pc:sldMk cId="28630362" sldId="258"/>
            <ac:spMk id="16" creationId="{169BC35A-084D-44FF-2712-374DB36D2057}"/>
          </ac:spMkLst>
        </pc:spChg>
        <pc:spChg chg="add mod">
          <ac:chgData name="Subhashree Subhasmita" userId="cb825dd1dcdf621e" providerId="LiveId" clId="{90FA3213-104B-49C3-8ABB-AEFA58DAFFEA}" dt="2026-08-17T05:40:53.082" v="110" actId="14100"/>
          <ac:spMkLst>
            <pc:docMk/>
            <pc:sldMk cId="28630362" sldId="258"/>
            <ac:spMk id="18" creationId="{6F392076-75D0-E0C1-972C-5E51C4E95F58}"/>
          </ac:spMkLst>
        </pc:spChg>
        <pc:spChg chg="add mod">
          <ac:chgData name="Subhashree Subhasmita" userId="cb825dd1dcdf621e" providerId="LiveId" clId="{90FA3213-104B-49C3-8ABB-AEFA58DAFFEA}" dt="2026-08-17T05:41:22.308" v="116" actId="14100"/>
          <ac:spMkLst>
            <pc:docMk/>
            <pc:sldMk cId="28630362" sldId="258"/>
            <ac:spMk id="20" creationId="{D547133D-A4DD-37A1-3BC5-713726F0007A}"/>
          </ac:spMkLst>
        </pc:spChg>
        <pc:picChg chg="add del mod">
          <ac:chgData name="Subhashree Subhasmita" userId="cb825dd1dcdf621e" providerId="LiveId" clId="{90FA3213-104B-49C3-8ABB-AEFA58DAFFEA}" dt="2026-08-17T06:27:23.613" v="766" actId="478"/>
          <ac:picMkLst>
            <pc:docMk/>
            <pc:sldMk cId="28630362" sldId="258"/>
            <ac:picMk id="8" creationId="{08484BEE-5B4C-1B21-F7F4-25994A4C5891}"/>
          </ac:picMkLst>
        </pc:picChg>
      </pc:sldChg>
      <pc:sldChg chg="add del">
        <pc:chgData name="Subhashree Subhasmita" userId="cb825dd1dcdf621e" providerId="LiveId" clId="{90FA3213-104B-49C3-8ABB-AEFA58DAFFEA}" dt="2026-08-17T05:27:12.152" v="16"/>
        <pc:sldMkLst>
          <pc:docMk/>
          <pc:sldMk cId="0" sldId="259"/>
        </pc:sldMkLst>
      </pc:sldChg>
      <pc:sldChg chg="addSp modSp new mod">
        <pc:chgData name="Subhashree Subhasmita" userId="cb825dd1dcdf621e" providerId="LiveId" clId="{90FA3213-104B-49C3-8ABB-AEFA58DAFFEA}" dt="2026-08-17T05:50:11.527" v="206" actId="122"/>
        <pc:sldMkLst>
          <pc:docMk/>
          <pc:sldMk cId="2047155635" sldId="260"/>
        </pc:sldMkLst>
        <pc:spChg chg="add mod">
          <ac:chgData name="Subhashree Subhasmita" userId="cb825dd1dcdf621e" providerId="LiveId" clId="{90FA3213-104B-49C3-8ABB-AEFA58DAFFEA}" dt="2026-08-17T05:41:55.040" v="122" actId="14100"/>
          <ac:spMkLst>
            <pc:docMk/>
            <pc:sldMk cId="2047155635" sldId="260"/>
            <ac:spMk id="2" creationId="{B14052B0-6647-A06F-2D1E-A17FBBD82DAF}"/>
          </ac:spMkLst>
        </pc:spChg>
        <pc:spChg chg="add mod">
          <ac:chgData name="Subhashree Subhasmita" userId="cb825dd1dcdf621e" providerId="LiveId" clId="{90FA3213-104B-49C3-8ABB-AEFA58DAFFEA}" dt="2026-08-17T05:42:58.120" v="173" actId="20577"/>
          <ac:spMkLst>
            <pc:docMk/>
            <pc:sldMk cId="2047155635" sldId="260"/>
            <ac:spMk id="4" creationId="{F1924742-DF58-3438-1E85-EC2DE6347EFE}"/>
          </ac:spMkLst>
        </pc:spChg>
        <pc:graphicFrameChg chg="add mod modGraphic">
          <ac:chgData name="Subhashree Subhasmita" userId="cb825dd1dcdf621e" providerId="LiveId" clId="{90FA3213-104B-49C3-8ABB-AEFA58DAFFEA}" dt="2026-08-17T05:50:11.527" v="206" actId="122"/>
          <ac:graphicFrameMkLst>
            <pc:docMk/>
            <pc:sldMk cId="2047155635" sldId="260"/>
            <ac:graphicFrameMk id="5" creationId="{6544AA3D-8169-211B-AA3E-6B6A45BBE394}"/>
          </ac:graphicFrameMkLst>
        </pc:graphicFrameChg>
      </pc:sldChg>
      <pc:sldChg chg="addSp modSp new mod">
        <pc:chgData name="Subhashree Subhasmita" userId="cb825dd1dcdf621e" providerId="LiveId" clId="{90FA3213-104B-49C3-8ABB-AEFA58DAFFEA}" dt="2026-08-17T06:28:21.352" v="771" actId="1076"/>
        <pc:sldMkLst>
          <pc:docMk/>
          <pc:sldMk cId="375715118" sldId="261"/>
        </pc:sldMkLst>
        <pc:spChg chg="add mod">
          <ac:chgData name="Subhashree Subhasmita" userId="cb825dd1dcdf621e" providerId="LiveId" clId="{90FA3213-104B-49C3-8ABB-AEFA58DAFFEA}" dt="2026-08-17T05:50:45.968" v="211" actId="14100"/>
          <ac:spMkLst>
            <pc:docMk/>
            <pc:sldMk cId="375715118" sldId="261"/>
            <ac:spMk id="2" creationId="{DAA7F903-8A00-7166-8105-D8C6C43D5E68}"/>
          </ac:spMkLst>
        </pc:spChg>
        <pc:spChg chg="add mod">
          <ac:chgData name="Subhashree Subhasmita" userId="cb825dd1dcdf621e" providerId="LiveId" clId="{90FA3213-104B-49C3-8ABB-AEFA58DAFFEA}" dt="2026-08-17T06:28:05.360" v="767" actId="2710"/>
          <ac:spMkLst>
            <pc:docMk/>
            <pc:sldMk cId="375715118" sldId="261"/>
            <ac:spMk id="4" creationId="{70032992-33F9-5323-A610-C2310BEFE8B1}"/>
          </ac:spMkLst>
        </pc:spChg>
        <pc:spChg chg="add mod">
          <ac:chgData name="Subhashree Subhasmita" userId="cb825dd1dcdf621e" providerId="LiveId" clId="{90FA3213-104B-49C3-8ABB-AEFA58DAFFEA}" dt="2026-08-17T05:52:38.766" v="258" actId="1076"/>
          <ac:spMkLst>
            <pc:docMk/>
            <pc:sldMk cId="375715118" sldId="261"/>
            <ac:spMk id="6" creationId="{BEC9AC8F-46FA-DDAF-8E33-46790C05EF5A}"/>
          </ac:spMkLst>
        </pc:spChg>
        <pc:picChg chg="add mod">
          <ac:chgData name="Subhashree Subhasmita" userId="cb825dd1dcdf621e" providerId="LiveId" clId="{90FA3213-104B-49C3-8ABB-AEFA58DAFFEA}" dt="2026-08-17T06:28:11.590" v="768" actId="1076"/>
          <ac:picMkLst>
            <pc:docMk/>
            <pc:sldMk cId="375715118" sldId="261"/>
            <ac:picMk id="8" creationId="{609879F7-4290-7879-996D-07C63F08E46D}"/>
          </ac:picMkLst>
        </pc:picChg>
        <pc:picChg chg="add mod">
          <ac:chgData name="Subhashree Subhasmita" userId="cb825dd1dcdf621e" providerId="LiveId" clId="{90FA3213-104B-49C3-8ABB-AEFA58DAFFEA}" dt="2026-08-17T06:28:14.133" v="769" actId="1076"/>
          <ac:picMkLst>
            <pc:docMk/>
            <pc:sldMk cId="375715118" sldId="261"/>
            <ac:picMk id="10" creationId="{DFDA9DCF-23F0-DCC8-EDB9-2F9A8E855B7C}"/>
          </ac:picMkLst>
        </pc:picChg>
        <pc:picChg chg="add mod">
          <ac:chgData name="Subhashree Subhasmita" userId="cb825dd1dcdf621e" providerId="LiveId" clId="{90FA3213-104B-49C3-8ABB-AEFA58DAFFEA}" dt="2026-08-17T06:28:16.989" v="770" actId="1076"/>
          <ac:picMkLst>
            <pc:docMk/>
            <pc:sldMk cId="375715118" sldId="261"/>
            <ac:picMk id="12" creationId="{F89D35DE-175A-E231-23C7-13B9DF3A7CA1}"/>
          </ac:picMkLst>
        </pc:picChg>
        <pc:picChg chg="add mod">
          <ac:chgData name="Subhashree Subhasmita" userId="cb825dd1dcdf621e" providerId="LiveId" clId="{90FA3213-104B-49C3-8ABB-AEFA58DAFFEA}" dt="2026-08-17T06:28:21.352" v="771" actId="1076"/>
          <ac:picMkLst>
            <pc:docMk/>
            <pc:sldMk cId="375715118" sldId="261"/>
            <ac:picMk id="14" creationId="{A109657E-C14C-3DA9-189D-AE086F9A5CE3}"/>
          </ac:picMkLst>
        </pc:picChg>
      </pc:sldChg>
      <pc:sldChg chg="addSp modSp new mod">
        <pc:chgData name="Subhashree Subhasmita" userId="cb825dd1dcdf621e" providerId="LiveId" clId="{90FA3213-104B-49C3-8ABB-AEFA58DAFFEA}" dt="2026-08-17T06:03:06.507" v="390" actId="20577"/>
        <pc:sldMkLst>
          <pc:docMk/>
          <pc:sldMk cId="2306136656" sldId="262"/>
        </pc:sldMkLst>
        <pc:spChg chg="add mod">
          <ac:chgData name="Subhashree Subhasmita" userId="cb825dd1dcdf621e" providerId="LiveId" clId="{90FA3213-104B-49C3-8ABB-AEFA58DAFFEA}" dt="2026-08-17T05:58:43.775" v="296" actId="208"/>
          <ac:spMkLst>
            <pc:docMk/>
            <pc:sldMk cId="2306136656" sldId="262"/>
            <ac:spMk id="2" creationId="{EAA5A179-A87F-3FD5-AD2A-CE6F47012F90}"/>
          </ac:spMkLst>
        </pc:spChg>
        <pc:spChg chg="add mod">
          <ac:chgData name="Subhashree Subhasmita" userId="cb825dd1dcdf621e" providerId="LiveId" clId="{90FA3213-104B-49C3-8ABB-AEFA58DAFFEA}" dt="2026-08-17T06:02:09.618" v="380" actId="1076"/>
          <ac:spMkLst>
            <pc:docMk/>
            <pc:sldMk cId="2306136656" sldId="262"/>
            <ac:spMk id="4" creationId="{7AF44611-0BA4-0D3E-1FF6-94B0AA41E22D}"/>
          </ac:spMkLst>
        </pc:spChg>
        <pc:spChg chg="add mod">
          <ac:chgData name="Subhashree Subhasmita" userId="cb825dd1dcdf621e" providerId="LiveId" clId="{90FA3213-104B-49C3-8ABB-AEFA58DAFFEA}" dt="2026-08-17T06:03:06.507" v="390" actId="20577"/>
          <ac:spMkLst>
            <pc:docMk/>
            <pc:sldMk cId="2306136656" sldId="262"/>
            <ac:spMk id="5" creationId="{7963B465-71F9-E81E-2BEF-5BFF8999C2D2}"/>
          </ac:spMkLst>
        </pc:spChg>
      </pc:sldChg>
      <pc:sldChg chg="addSp delSp modSp new mod">
        <pc:chgData name="Subhashree Subhasmita" userId="cb825dd1dcdf621e" providerId="LiveId" clId="{90FA3213-104B-49C3-8ABB-AEFA58DAFFEA}" dt="2026-08-17T06:07:08.983" v="516" actId="14100"/>
        <pc:sldMkLst>
          <pc:docMk/>
          <pc:sldMk cId="2482561208" sldId="263"/>
        </pc:sldMkLst>
        <pc:spChg chg="add mod">
          <ac:chgData name="Subhashree Subhasmita" userId="cb825dd1dcdf621e" providerId="LiveId" clId="{90FA3213-104B-49C3-8ABB-AEFA58DAFFEA}" dt="2026-08-17T06:03:32.140" v="394" actId="208"/>
          <ac:spMkLst>
            <pc:docMk/>
            <pc:sldMk cId="2482561208" sldId="263"/>
            <ac:spMk id="2" creationId="{F722C93F-92A8-145C-6FC4-7DAEE31DF097}"/>
          </ac:spMkLst>
        </pc:spChg>
        <pc:spChg chg="add mod">
          <ac:chgData name="Subhashree Subhasmita" userId="cb825dd1dcdf621e" providerId="LiveId" clId="{90FA3213-104B-49C3-8ABB-AEFA58DAFFEA}" dt="2026-08-17T06:06:28.578" v="512" actId="14100"/>
          <ac:spMkLst>
            <pc:docMk/>
            <pc:sldMk cId="2482561208" sldId="263"/>
            <ac:spMk id="4" creationId="{67CDB7DA-BB71-C977-1E35-BC9E9F95A0A6}"/>
          </ac:spMkLst>
        </pc:spChg>
        <pc:spChg chg="add del mod">
          <ac:chgData name="Subhashree Subhasmita" userId="cb825dd1dcdf621e" providerId="LiveId" clId="{90FA3213-104B-49C3-8ABB-AEFA58DAFFEA}" dt="2026-08-17T06:04:56.095" v="403" actId="478"/>
          <ac:spMkLst>
            <pc:docMk/>
            <pc:sldMk cId="2482561208" sldId="263"/>
            <ac:spMk id="6" creationId="{55C3064C-73CD-E82B-B4AC-0057D2B6F639}"/>
          </ac:spMkLst>
        </pc:spChg>
        <pc:spChg chg="add mod">
          <ac:chgData name="Subhashree Subhasmita" userId="cb825dd1dcdf621e" providerId="LiveId" clId="{90FA3213-104B-49C3-8ABB-AEFA58DAFFEA}" dt="2026-08-17T06:06:37.022" v="513" actId="1076"/>
          <ac:spMkLst>
            <pc:docMk/>
            <pc:sldMk cId="2482561208" sldId="263"/>
            <ac:spMk id="8" creationId="{E43AA8CF-BFBE-8A3D-FE9D-49181A13F429}"/>
          </ac:spMkLst>
        </pc:spChg>
        <pc:picChg chg="add mod">
          <ac:chgData name="Subhashree Subhasmita" userId="cb825dd1dcdf621e" providerId="LiveId" clId="{90FA3213-104B-49C3-8ABB-AEFA58DAFFEA}" dt="2026-08-17T06:07:08.983" v="516" actId="14100"/>
          <ac:picMkLst>
            <pc:docMk/>
            <pc:sldMk cId="2482561208" sldId="263"/>
            <ac:picMk id="10" creationId="{EEB3D7BA-62A3-6A00-9CD4-E210490D371A}"/>
          </ac:picMkLst>
        </pc:picChg>
      </pc:sldChg>
      <pc:sldChg chg="addSp modSp new mod">
        <pc:chgData name="Subhashree Subhasmita" userId="cb825dd1dcdf621e" providerId="LiveId" clId="{90FA3213-104B-49C3-8ABB-AEFA58DAFFEA}" dt="2026-08-17T06:09:53.474" v="580" actId="14100"/>
        <pc:sldMkLst>
          <pc:docMk/>
          <pc:sldMk cId="969974334" sldId="264"/>
        </pc:sldMkLst>
        <pc:spChg chg="add mod">
          <ac:chgData name="Subhashree Subhasmita" userId="cb825dd1dcdf621e" providerId="LiveId" clId="{90FA3213-104B-49C3-8ABB-AEFA58DAFFEA}" dt="2026-08-17T06:07:48.969" v="520" actId="208"/>
          <ac:spMkLst>
            <pc:docMk/>
            <pc:sldMk cId="969974334" sldId="264"/>
            <ac:spMk id="2" creationId="{4A0A7382-64B8-D534-806E-CF4DD7F71B12}"/>
          </ac:spMkLst>
        </pc:spChg>
        <pc:spChg chg="add mod">
          <ac:chgData name="Subhashree Subhasmita" userId="cb825dd1dcdf621e" providerId="LiveId" clId="{90FA3213-104B-49C3-8ABB-AEFA58DAFFEA}" dt="2026-08-17T06:09:53.474" v="580" actId="14100"/>
          <ac:spMkLst>
            <pc:docMk/>
            <pc:sldMk cId="969974334" sldId="264"/>
            <ac:spMk id="4" creationId="{7B510932-FC50-1F20-A0E6-17F374FEE486}"/>
          </ac:spMkLst>
        </pc:spChg>
        <pc:spChg chg="add mod">
          <ac:chgData name="Subhashree Subhasmita" userId="cb825dd1dcdf621e" providerId="LiveId" clId="{90FA3213-104B-49C3-8ABB-AEFA58DAFFEA}" dt="2026-08-17T06:09:49.696" v="579" actId="1076"/>
          <ac:spMkLst>
            <pc:docMk/>
            <pc:sldMk cId="969974334" sldId="264"/>
            <ac:spMk id="6" creationId="{43EF5E33-D147-D76F-BBB8-9219F786504F}"/>
          </ac:spMkLst>
        </pc:spChg>
      </pc:sldChg>
      <pc:sldChg chg="addSp modSp new mod">
        <pc:chgData name="Subhashree Subhasmita" userId="cb825dd1dcdf621e" providerId="LiveId" clId="{90FA3213-104B-49C3-8ABB-AEFA58DAFFEA}" dt="2026-08-17T06:31:16.906" v="773" actId="1076"/>
        <pc:sldMkLst>
          <pc:docMk/>
          <pc:sldMk cId="3993910581" sldId="265"/>
        </pc:sldMkLst>
        <pc:spChg chg="add mod">
          <ac:chgData name="Subhashree Subhasmita" userId="cb825dd1dcdf621e" providerId="LiveId" clId="{90FA3213-104B-49C3-8ABB-AEFA58DAFFEA}" dt="2026-08-17T06:14:04.351" v="584" actId="208"/>
          <ac:spMkLst>
            <pc:docMk/>
            <pc:sldMk cId="3993910581" sldId="265"/>
            <ac:spMk id="2" creationId="{A1B11319-0A15-77CC-BA5B-30058AACA4FB}"/>
          </ac:spMkLst>
        </pc:spChg>
        <pc:spChg chg="add mod">
          <ac:chgData name="Subhashree Subhasmita" userId="cb825dd1dcdf621e" providerId="LiveId" clId="{90FA3213-104B-49C3-8ABB-AEFA58DAFFEA}" dt="2026-08-17T06:31:16.906" v="773" actId="1076"/>
          <ac:spMkLst>
            <pc:docMk/>
            <pc:sldMk cId="3993910581" sldId="265"/>
            <ac:spMk id="4" creationId="{97FD1D05-A92A-2D77-32E1-F283588D3A89}"/>
          </ac:spMkLst>
        </pc:spChg>
        <pc:spChg chg="add mod">
          <ac:chgData name="Subhashree Subhasmita" userId="cb825dd1dcdf621e" providerId="LiveId" clId="{90FA3213-104B-49C3-8ABB-AEFA58DAFFEA}" dt="2026-08-17T06:31:11.716" v="772" actId="12"/>
          <ac:spMkLst>
            <pc:docMk/>
            <pc:sldMk cId="3993910581" sldId="265"/>
            <ac:spMk id="6" creationId="{72BEE154-6EE8-A605-4E02-840F5853177F}"/>
          </ac:spMkLst>
        </pc:spChg>
        <pc:picChg chg="add mod">
          <ac:chgData name="Subhashree Subhasmita" userId="cb825dd1dcdf621e" providerId="LiveId" clId="{90FA3213-104B-49C3-8ABB-AEFA58DAFFEA}" dt="2026-08-17T06:16:45.528" v="625" actId="1076"/>
          <ac:picMkLst>
            <pc:docMk/>
            <pc:sldMk cId="3993910581" sldId="265"/>
            <ac:picMk id="8" creationId="{AD589318-12FA-DEE2-3AE8-01A6A9698E42}"/>
          </ac:picMkLst>
        </pc:picChg>
      </pc:sldChg>
      <pc:sldChg chg="addSp modSp new mod">
        <pc:chgData name="Subhashree Subhasmita" userId="cb825dd1dcdf621e" providerId="LiveId" clId="{90FA3213-104B-49C3-8ABB-AEFA58DAFFEA}" dt="2026-08-17T06:31:43.977" v="775" actId="20577"/>
        <pc:sldMkLst>
          <pc:docMk/>
          <pc:sldMk cId="2189861233" sldId="266"/>
        </pc:sldMkLst>
        <pc:spChg chg="add mod">
          <ac:chgData name="Subhashree Subhasmita" userId="cb825dd1dcdf621e" providerId="LiveId" clId="{90FA3213-104B-49C3-8ABB-AEFA58DAFFEA}" dt="2026-08-17T06:17:53.268" v="636" actId="208"/>
          <ac:spMkLst>
            <pc:docMk/>
            <pc:sldMk cId="2189861233" sldId="266"/>
            <ac:spMk id="2" creationId="{746B4524-4F53-3B43-FAC1-AFC7700B1A49}"/>
          </ac:spMkLst>
        </pc:spChg>
        <pc:spChg chg="add mod">
          <ac:chgData name="Subhashree Subhasmita" userId="cb825dd1dcdf621e" providerId="LiveId" clId="{90FA3213-104B-49C3-8ABB-AEFA58DAFFEA}" dt="2026-08-17T06:31:43.977" v="775" actId="20577"/>
          <ac:spMkLst>
            <pc:docMk/>
            <pc:sldMk cId="2189861233" sldId="266"/>
            <ac:spMk id="4" creationId="{E1396293-BB37-B1BC-E8B1-9C9D6F68F159}"/>
          </ac:spMkLst>
        </pc:spChg>
        <pc:spChg chg="add mod">
          <ac:chgData name="Subhashree Subhasmita" userId="cb825dd1dcdf621e" providerId="LiveId" clId="{90FA3213-104B-49C3-8ABB-AEFA58DAFFEA}" dt="2026-08-17T06:21:29.799" v="709" actId="14100"/>
          <ac:spMkLst>
            <pc:docMk/>
            <pc:sldMk cId="2189861233" sldId="266"/>
            <ac:spMk id="6" creationId="{6A763D41-899B-AEEA-30D5-83565BF9B970}"/>
          </ac:spMkLst>
        </pc:spChg>
      </pc:sldChg>
      <pc:sldChg chg="addSp modSp new mod">
        <pc:chgData name="Subhashree Subhasmita" userId="cb825dd1dcdf621e" providerId="LiveId" clId="{90FA3213-104B-49C3-8ABB-AEFA58DAFFEA}" dt="2026-08-17T06:24:22.815" v="762" actId="1076"/>
        <pc:sldMkLst>
          <pc:docMk/>
          <pc:sldMk cId="1664856854" sldId="267"/>
        </pc:sldMkLst>
        <pc:spChg chg="add mod">
          <ac:chgData name="Subhashree Subhasmita" userId="cb825dd1dcdf621e" providerId="LiveId" clId="{90FA3213-104B-49C3-8ABB-AEFA58DAFFEA}" dt="2026-08-17T06:22:03.820" v="713" actId="208"/>
          <ac:spMkLst>
            <pc:docMk/>
            <pc:sldMk cId="1664856854" sldId="267"/>
            <ac:spMk id="2" creationId="{32A241BE-1044-9846-6FBC-E1BF16038068}"/>
          </ac:spMkLst>
        </pc:spChg>
        <pc:spChg chg="add mod">
          <ac:chgData name="Subhashree Subhasmita" userId="cb825dd1dcdf621e" providerId="LiveId" clId="{90FA3213-104B-49C3-8ABB-AEFA58DAFFEA}" dt="2026-08-17T06:24:22.815" v="762" actId="1076"/>
          <ac:spMkLst>
            <pc:docMk/>
            <pc:sldMk cId="1664856854" sldId="267"/>
            <ac:spMk id="4" creationId="{80C68FF2-D65B-0372-AA5E-5DF93FFDEF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6631D-12F9-4358-A56C-80DABE4CC60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68B1C1-74DF-4451-9279-0C49407FC8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203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59F3E-7882-287A-98EA-7743DD430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A96AD-0780-FB51-840C-86A673437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A7142-5CF0-CD94-11F2-D4A7E061C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9A85-63C5-4F34-9740-24BF0606F915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CBC98-B11E-5FF0-ECB2-2ABD1B6B1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7D347-2330-B73B-7787-D45D24DEC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EAC70-61C5-4C81-B0C5-A88D356C4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65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7D017-A342-EB20-52C6-5A46D702A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907A0-569F-58A3-946E-46E0C081A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FAA1A-D6D7-0EEF-F11E-7E85E8821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9A85-63C5-4F34-9740-24BF0606F915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A67DF-2FE5-4F8A-704C-7799CD278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85A5B-6B35-5C08-A0CD-568BB635E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EAC70-61C5-4C81-B0C5-A88D356C4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498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FFE9B-0AE0-E312-FCB0-DE88A8D90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EA86E-E947-E794-2630-205FA019B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78695-120F-7914-A951-33C27F46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9A85-63C5-4F34-9740-24BF0606F915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3785E-6614-406D-E107-DDC018653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79105-E499-17AF-DD9A-2359DFD78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EAC70-61C5-4C81-B0C5-A88D356C4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704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CA528-2209-BBA6-CF90-8E8ADDAB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4684A-9379-36B3-E115-46F5E0009B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FE39E-33BE-3069-149D-1924F27B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B5FD5-1AC0-6041-C5B2-3DB1EEA5C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9A85-63C5-4F34-9740-24BF0606F915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E059B-9FE6-20B0-2BB5-D677A573D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16345-2C68-EB3B-F32E-0149238C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EAC70-61C5-4C81-B0C5-A88D356C4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837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CC934-2E33-3DC0-7F77-9EFE35BE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5E9F6-6E49-2F90-F224-8967F6F73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4EDA7-7A33-4EC9-4504-6797B356E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BB508C-54BA-E940-1D10-5E58404ABC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B5E5D-33BB-1CD2-DB35-4E77F9F83D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63868D-023A-0572-292A-02C2B27B7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9A85-63C5-4F34-9740-24BF0606F915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982E1-DA12-6227-A0C0-D37E577A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98FDC6-3016-C06E-5DD5-75A5E4F72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EAC70-61C5-4C81-B0C5-A88D356C4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480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D2C5F-D5DA-539D-E1BD-076F6D61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B834E-805F-F419-7E2D-4EFEC5B48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9A85-63C5-4F34-9740-24BF0606F915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273EC9-CC2A-5019-6195-7FD61FDEE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DE2B4-3F08-CB57-5003-A76CF08B0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EAC70-61C5-4C81-B0C5-A88D356C4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863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485062-9405-83B7-2DCC-DFA5DECD2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9A85-63C5-4F34-9740-24BF0606F915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7E3307-70FB-F034-0EEB-187E161F2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00E51-6503-AAE9-C02A-1F9CC7F0A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EAC70-61C5-4C81-B0C5-A88D356C4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69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1CDDB-AA7D-8B48-9D75-553F7A311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C6525-9E39-3F3E-A0BE-748C9DFA7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2A686-DDC3-0B35-C413-090AE7BBF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789F1-214B-C8C5-A9C0-018D3A1CF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9A85-63C5-4F34-9740-24BF0606F915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392FA-D7DD-AE08-718C-C367CC69C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A655C-E127-84E1-441B-632154386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EAC70-61C5-4C81-B0C5-A88D356C4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736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E42F-A287-CDB5-387B-AA7CABDFB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BC7E61-6D48-E694-CCA7-60614A9F42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15ADA-9CBE-7888-A734-A9B558971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42142-5CC7-9E79-ECBC-BABA73AE4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9A85-63C5-4F34-9740-24BF0606F915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F4230-776E-9B74-894F-9B344E1F5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0D62E-F236-BB30-5808-A5DA5F54E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EAC70-61C5-4C81-B0C5-A88D356C4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020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99F61-7970-4CD1-5CCA-2DD39207E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B158D-923E-90BC-8014-6626A4F3D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79259-5281-2651-F3F0-04B743476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9A85-63C5-4F34-9740-24BF0606F915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241D2-4761-BC5B-1234-81938E207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56C40-42C0-14BD-3171-6D9E3F7EF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EAC70-61C5-4C81-B0C5-A88D356C4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203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9894F6-511B-F443-B88B-D7204337A3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9A1D2E-5CD7-AC6A-8DE8-6BE1EDF6B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EEC8B-6ADD-0220-DB32-03D97A390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9A85-63C5-4F34-9740-24BF0606F915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D1A52-2036-1115-A566-9C323FB72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D90FE-9E3F-13F8-B222-A62315EC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EAC70-61C5-4C81-B0C5-A88D356C4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749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58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BFF8B9-C0CA-232C-5210-36D9D920A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A733B-FA94-D6AF-FAF7-9D577C320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2A58B-8746-01D5-4B88-E40F25F242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A9A85-63C5-4F34-9740-24BF0606F915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8E0DD-6208-EA69-DDFC-76117EC06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C1E85-C4C0-FD4D-FEB2-F2D162845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EAC70-61C5-4C81-B0C5-A88D356C4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8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92511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Cyber Threat Analytics Platform with Incident Visualization System Group 1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4" y="4047927"/>
            <a:ext cx="6653725" cy="2500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Presented By: Subhashree Subhasmita</a:t>
            </a:r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Internship/Organization:  INFOSYS SPRINGBOARD VIRTUAL INTERNSHIP 7.0</a:t>
            </a:r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Mentor: Ms. S J Nityasree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78954"/>
            <a:ext cx="6296860" cy="44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Project Objectives</a:t>
            </a:r>
            <a:endParaRPr lang="en-US" sz="2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383804"/>
            <a:ext cx="448854" cy="4488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23545" y="1383804"/>
            <a:ext cx="563479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Analyze Incident Data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323545" y="1766590"/>
            <a:ext cx="563479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Power BI to analyze real-world cybersecurity incidents and surface actionable patterns.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667893"/>
            <a:ext cx="448854" cy="4488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23545" y="2667893"/>
            <a:ext cx="563479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Identify Attack Patterns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323545" y="3050679"/>
            <a:ext cx="563479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 common tactics, techniques, and procedures (TTPs), threat actors, and motives.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51982"/>
            <a:ext cx="448854" cy="4488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23545" y="3951982"/>
            <a:ext cx="563479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Monitor Global Threats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1323545" y="4334768"/>
            <a:ext cx="563479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Interactive maps and filters to track geographic spread and hotspots in near real-time.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236071"/>
            <a:ext cx="448854" cy="44886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23545" y="5236071"/>
            <a:ext cx="563479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Drive Decisions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1323545" y="5618857"/>
            <a:ext cx="563479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Convert raw events into business-ready insights to support security operations and leadership.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F2F951-1E4D-C4C6-4A37-270054DA355E}"/>
              </a:ext>
            </a:extLst>
          </p:cNvPr>
          <p:cNvSpPr/>
          <p:nvPr/>
        </p:nvSpPr>
        <p:spPr>
          <a:xfrm>
            <a:off x="11021961" y="6558116"/>
            <a:ext cx="1081549" cy="22614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D565A4-53ED-85AF-B9E0-59B15F6A9C05}"/>
              </a:ext>
            </a:extLst>
          </p:cNvPr>
          <p:cNvSpPr txBox="1"/>
          <p:nvPr/>
        </p:nvSpPr>
        <p:spPr>
          <a:xfrm>
            <a:off x="491612" y="241215"/>
            <a:ext cx="6096000" cy="520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Project Description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192A9-DE55-DDE6-8D63-543AFEEFDE1E}"/>
              </a:ext>
            </a:extLst>
          </p:cNvPr>
          <p:cNvSpPr txBox="1"/>
          <p:nvPr/>
        </p:nvSpPr>
        <p:spPr>
          <a:xfrm>
            <a:off x="501444" y="914400"/>
            <a:ext cx="8131277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The project focused on analysing a cybersecurity incident dataset using Microsoft Power BI. Data preprocessing, modelling, DAX measures, and interactive visualizations were used to transform cybersecurity data into meaningful insights.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MODULE 1: Dataset Understanding</a:t>
            </a:r>
          </a:p>
          <a:p>
            <a:r>
              <a:rPr lang="en-IN" sz="1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Studied the structure, attributes, data types, and relevant cybersecurity fields.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MODULE 2: Data Preprocessing</a:t>
            </a:r>
          </a:p>
          <a:p>
            <a:r>
              <a:rPr lang="en-IN" sz="1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Handled missing values, duplicates, inconsistent entries, unnecessary columns, and data types.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MODULE 3: Data Modelling</a:t>
            </a:r>
          </a:p>
          <a:p>
            <a:r>
              <a:rPr lang="en-IN" sz="1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Created relationships, calculated measures, and DAX expressions for analysis.</a:t>
            </a:r>
          </a:p>
          <a:p>
            <a:endParaRPr lang="en-IN" sz="14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MODULE 4: Dashboard Development</a:t>
            </a:r>
          </a:p>
          <a:p>
            <a:r>
              <a:rPr lang="en-IN" sz="1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Developed seven interactive Power BI dashboards covering cybersecurity trends and patterns.</a:t>
            </a:r>
          </a:p>
          <a:p>
            <a:endParaRPr lang="en-IN" sz="14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MODULE 5: Visualization &amp; Analysis</a:t>
            </a:r>
          </a:p>
          <a:p>
            <a:r>
              <a:rPr lang="en-IN" sz="1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Used charts, maps, KPI cards, slicers, filters, matrices, and other visuals.</a:t>
            </a:r>
          </a:p>
          <a:p>
            <a:endParaRPr lang="en-IN" sz="14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MODULE 6: Testing &amp; Documentation</a:t>
            </a:r>
          </a:p>
          <a:p>
            <a:r>
              <a:rPr lang="en-IN" sz="1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Validated calculations, filters, interactions, dashboards, screenshots, observations, and key findings. </a:t>
            </a: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08484BEE-5B4C-1B21-F7F4-25994A4C5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8121" y="1199535"/>
            <a:ext cx="3495389" cy="4218039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04C54AB1-973A-E7ED-FEE8-310813CEFD26}"/>
              </a:ext>
            </a:extLst>
          </p:cNvPr>
          <p:cNvSpPr/>
          <p:nvPr/>
        </p:nvSpPr>
        <p:spPr>
          <a:xfrm flipV="1">
            <a:off x="570271" y="1873239"/>
            <a:ext cx="7639664" cy="45719"/>
          </a:xfrm>
          <a:prstGeom prst="rect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000A2CB8-3B7A-4677-F90F-A3D2675B184D}"/>
              </a:ext>
            </a:extLst>
          </p:cNvPr>
          <p:cNvSpPr/>
          <p:nvPr/>
        </p:nvSpPr>
        <p:spPr>
          <a:xfrm flipV="1">
            <a:off x="535857" y="3429000"/>
            <a:ext cx="7944462" cy="45719"/>
          </a:xfrm>
          <a:prstGeom prst="rect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0340855A-F9FD-0AB9-54BB-3CC81595431B}"/>
              </a:ext>
            </a:extLst>
          </p:cNvPr>
          <p:cNvSpPr/>
          <p:nvPr/>
        </p:nvSpPr>
        <p:spPr>
          <a:xfrm flipV="1">
            <a:off x="570271" y="4114605"/>
            <a:ext cx="7792064" cy="45719"/>
          </a:xfrm>
          <a:prstGeom prst="rect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169BC35A-084D-44FF-2712-374DB36D2057}"/>
              </a:ext>
            </a:extLst>
          </p:cNvPr>
          <p:cNvSpPr/>
          <p:nvPr/>
        </p:nvSpPr>
        <p:spPr>
          <a:xfrm>
            <a:off x="570272" y="4832555"/>
            <a:ext cx="7792064" cy="45719"/>
          </a:xfrm>
          <a:prstGeom prst="rect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6F392076-75D0-E0C1-972C-5E51C4E95F58}"/>
              </a:ext>
            </a:extLst>
          </p:cNvPr>
          <p:cNvSpPr/>
          <p:nvPr/>
        </p:nvSpPr>
        <p:spPr>
          <a:xfrm flipV="1">
            <a:off x="570270" y="5550502"/>
            <a:ext cx="7875636" cy="45719"/>
          </a:xfrm>
          <a:prstGeom prst="rect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D547133D-A4DD-37A1-3BC5-713726F0007A}"/>
              </a:ext>
            </a:extLst>
          </p:cNvPr>
          <p:cNvSpPr/>
          <p:nvPr/>
        </p:nvSpPr>
        <p:spPr>
          <a:xfrm flipV="1">
            <a:off x="570270" y="2678707"/>
            <a:ext cx="7875636" cy="45720"/>
          </a:xfrm>
          <a:prstGeom prst="rect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0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4052B0-6647-A06F-2D1E-A17FBBD82DAF}"/>
              </a:ext>
            </a:extLst>
          </p:cNvPr>
          <p:cNvSpPr/>
          <p:nvPr/>
        </p:nvSpPr>
        <p:spPr>
          <a:xfrm>
            <a:off x="11061290" y="6558116"/>
            <a:ext cx="1052052" cy="21630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924742-DF58-3438-1E85-EC2DE6347EFE}"/>
              </a:ext>
            </a:extLst>
          </p:cNvPr>
          <p:cNvSpPr txBox="1"/>
          <p:nvPr/>
        </p:nvSpPr>
        <p:spPr>
          <a:xfrm>
            <a:off x="393291" y="241214"/>
            <a:ext cx="6096000" cy="520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Top Visualization</a:t>
            </a:r>
            <a:endParaRPr lang="en-US" sz="2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44AA3D-8169-211B-AA3E-6B6A45BBE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829175"/>
              </p:ext>
            </p:extLst>
          </p:nvPr>
        </p:nvGraphicFramePr>
        <p:xfrm>
          <a:off x="904568" y="1032387"/>
          <a:ext cx="10048566" cy="5427407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402664">
                  <a:extLst>
                    <a:ext uri="{9D8B030D-6E8A-4147-A177-3AD203B41FA5}">
                      <a16:colId xmlns:a16="http://schemas.microsoft.com/office/drawing/2014/main" val="3679046190"/>
                    </a:ext>
                  </a:extLst>
                </a:gridCol>
                <a:gridCol w="4443478">
                  <a:extLst>
                    <a:ext uri="{9D8B030D-6E8A-4147-A177-3AD203B41FA5}">
                      <a16:colId xmlns:a16="http://schemas.microsoft.com/office/drawing/2014/main" val="4064788059"/>
                    </a:ext>
                  </a:extLst>
                </a:gridCol>
                <a:gridCol w="2202424">
                  <a:extLst>
                    <a:ext uri="{9D8B030D-6E8A-4147-A177-3AD203B41FA5}">
                      <a16:colId xmlns:a16="http://schemas.microsoft.com/office/drawing/2014/main" val="266790622"/>
                    </a:ext>
                  </a:extLst>
                </a:gridCol>
              </a:tblGrid>
              <a:tr h="349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Visual Type</a:t>
                      </a:r>
                      <a:endParaRPr lang="en-IN" sz="1400" dirty="0">
                        <a:solidFill>
                          <a:schemeClr val="tx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Purpose / What It Shows</a:t>
                      </a:r>
                      <a:endParaRPr lang="en-IN" sz="1400" dirty="0">
                        <a:solidFill>
                          <a:schemeClr val="tx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Icon</a:t>
                      </a:r>
                      <a:endParaRPr lang="en-IN" sz="1400" dirty="0">
                        <a:solidFill>
                          <a:schemeClr val="tx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316956135"/>
                  </a:ext>
                </a:extLst>
              </a:tr>
              <a:tr h="8757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KPI Cards</a:t>
                      </a:r>
                      <a:endParaRPr lang="en-IN" sz="1400" dirty="0">
                        <a:solidFill>
                          <a:schemeClr val="tx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Total incidents, average incidents, countries, threat level and other KPIs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📊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564195868"/>
                  </a:ext>
                </a:extLst>
              </a:tr>
              <a:tr h="612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Bar / Column Charts</a:t>
                      </a:r>
                      <a:endParaRPr lang="en-IN" sz="1400" dirty="0">
                        <a:solidFill>
                          <a:schemeClr val="tx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Compare attack types, countries, attackers and incidents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📈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311052217"/>
                  </a:ext>
                </a:extLst>
              </a:tr>
              <a:tr h="612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Maps</a:t>
                      </a:r>
                      <a:endParaRPr lang="en-IN" sz="1400" dirty="0">
                        <a:solidFill>
                          <a:schemeClr val="tx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Show global distribution and attacker country locations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🌍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521079765"/>
                  </a:ext>
                </a:extLst>
              </a:tr>
              <a:tr h="8757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Treemaps</a:t>
                      </a:r>
                      <a:endParaRPr lang="en-IN" sz="1400" dirty="0">
                        <a:solidFill>
                          <a:schemeClr val="tx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Display incident distribution by attacker descriptions and categories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▦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222348824"/>
                  </a:ext>
                </a:extLst>
              </a:tr>
              <a:tr h="8757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Slicers / Filters</a:t>
                      </a:r>
                      <a:endParaRPr lang="en-IN" sz="1400" dirty="0">
                        <a:solidFill>
                          <a:schemeClr val="tx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Enable interactive filtering by year, country, motive, attack type and asset type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🔎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420203472"/>
                  </a:ext>
                </a:extLst>
              </a:tr>
              <a:tr h="612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Matrix</a:t>
                      </a:r>
                      <a:endParaRPr lang="en-IN" sz="1400" dirty="0">
                        <a:solidFill>
                          <a:schemeClr val="tx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Compare attack types, motives, assets and other categories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▤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954052570"/>
                  </a:ext>
                </a:extLst>
              </a:tr>
              <a:tr h="612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Area / Trend Charts</a:t>
                      </a:r>
                      <a:endParaRPr lang="en-IN" sz="1400" dirty="0">
                        <a:solidFill>
                          <a:schemeClr val="tx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Analyse cybersecurity incident and threat patterns over time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📉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036079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7155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A7F903-8A00-7166-8105-D8C6C43D5E68}"/>
              </a:ext>
            </a:extLst>
          </p:cNvPr>
          <p:cNvSpPr/>
          <p:nvPr/>
        </p:nvSpPr>
        <p:spPr>
          <a:xfrm>
            <a:off x="11100619" y="6558116"/>
            <a:ext cx="1012723" cy="22614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032992-33F9-5323-A610-C2310BEFE8B1}"/>
              </a:ext>
            </a:extLst>
          </p:cNvPr>
          <p:cNvSpPr txBox="1"/>
          <p:nvPr/>
        </p:nvSpPr>
        <p:spPr>
          <a:xfrm>
            <a:off x="993058" y="1062027"/>
            <a:ext cx="10422193" cy="717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 project was executed through </a:t>
            </a:r>
            <a:r>
              <a:rPr lang="en-IN" sz="14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 structured milestones</a:t>
            </a:r>
            <a:r>
              <a:rPr lang="en-IN" sz="1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to ensure systematic progress and accuracy.</a:t>
            </a:r>
          </a:p>
          <a:p>
            <a:pPr>
              <a:lnSpc>
                <a:spcPct val="150000"/>
              </a:lnSpc>
              <a:buNone/>
            </a:pPr>
            <a:endParaRPr lang="en-IN" sz="14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Dataset / Source Used:</a:t>
            </a:r>
          </a:p>
          <a:p>
            <a:pPr>
              <a:lnSpc>
                <a:spcPct val="150000"/>
              </a:lnSpc>
              <a:buNone/>
            </a:pPr>
            <a:r>
              <a:rPr lang="en-IN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Cybersecurity Incident Dataset (CSV)</a:t>
            </a:r>
            <a:r>
              <a:rPr lang="en-IN" sz="15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– publicly available dataset used for cybersecurity incident analysis. </a:t>
            </a:r>
          </a:p>
          <a:p>
            <a:pPr>
              <a:lnSpc>
                <a:spcPct val="150000"/>
              </a:lnSpc>
              <a:buNone/>
            </a:pPr>
            <a:endParaRPr lang="en-IN" sz="15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Milestone 1 – Data Foundation &amp; Preparation</a:t>
            </a:r>
          </a:p>
          <a:p>
            <a:pPr>
              <a:lnSpc>
                <a:spcPct val="150000"/>
              </a:lnSpc>
              <a:buNone/>
            </a:pPr>
            <a:r>
              <a:rPr lang="en-IN" sz="15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Dataset collection, preprocessing, cleaning, and data validation.</a:t>
            </a:r>
            <a:br>
              <a:rPr lang="en-IN" sz="15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IN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Date:</a:t>
            </a:r>
            <a:r>
              <a:rPr lang="en-IN" sz="15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09/06/2026</a:t>
            </a:r>
          </a:p>
          <a:p>
            <a:pPr>
              <a:lnSpc>
                <a:spcPct val="150000"/>
              </a:lnSpc>
              <a:buNone/>
            </a:pPr>
            <a:endParaRPr lang="en-IN" sz="15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Milestone 2 – Core Dashboard Development</a:t>
            </a:r>
          </a:p>
          <a:p>
            <a:pPr>
              <a:lnSpc>
                <a:spcPct val="150000"/>
              </a:lnSpc>
              <a:buNone/>
            </a:pPr>
            <a:r>
              <a:rPr lang="en-IN" sz="15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Built the first two interactive Power BI dashboards for cybersecurity analysis.</a:t>
            </a:r>
            <a:br>
              <a:rPr lang="en-IN" sz="15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IN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Date:</a:t>
            </a:r>
            <a:r>
              <a:rPr lang="en-IN" sz="15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16/07/2026</a:t>
            </a:r>
          </a:p>
          <a:p>
            <a:pPr>
              <a:lnSpc>
                <a:spcPct val="150000"/>
              </a:lnSpc>
              <a:buNone/>
            </a:pPr>
            <a:endParaRPr lang="en-IN" sz="15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Milestone 3 – Advanced Visualization &amp; Reporting</a:t>
            </a:r>
          </a:p>
          <a:p>
            <a:pPr>
              <a:lnSpc>
                <a:spcPct val="150000"/>
              </a:lnSpc>
              <a:buNone/>
            </a:pPr>
            <a:r>
              <a:rPr lang="en-IN" sz="15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Created three additional dashboards, generated insights, and completed documentation.</a:t>
            </a:r>
            <a:br>
              <a:rPr lang="en-IN" sz="15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IN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Date:</a:t>
            </a:r>
            <a:r>
              <a:rPr lang="en-IN" sz="15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23/07/2026</a:t>
            </a:r>
          </a:p>
          <a:p>
            <a:pPr>
              <a:lnSpc>
                <a:spcPct val="150000"/>
              </a:lnSpc>
              <a:buNone/>
            </a:pPr>
            <a:endParaRPr lang="en-IN" sz="15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Milestone 4 – Advanced Threat Pattern Analysis</a:t>
            </a:r>
          </a:p>
          <a:p>
            <a:pPr>
              <a:lnSpc>
                <a:spcPct val="150000"/>
              </a:lnSpc>
              <a:buNone/>
            </a:pPr>
            <a:r>
              <a:rPr lang="en-IN" sz="15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Created two additional interactive dashboards for deeper threat pattern analysis and insights.</a:t>
            </a:r>
            <a:br>
              <a:rPr lang="en-IN" sz="15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IN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Date:</a:t>
            </a:r>
            <a:r>
              <a:rPr lang="en-IN" sz="15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13/08/2026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C9AC8F-46FA-DDAF-8E33-46790C05EF5A}"/>
              </a:ext>
            </a:extLst>
          </p:cNvPr>
          <p:cNvSpPr txBox="1"/>
          <p:nvPr/>
        </p:nvSpPr>
        <p:spPr>
          <a:xfrm>
            <a:off x="412955" y="460468"/>
            <a:ext cx="6096000" cy="520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Project Execution Milestones</a:t>
            </a:r>
            <a:endParaRPr lang="en-US" sz="2800" dirty="0"/>
          </a:p>
        </p:txBody>
      </p:sp>
      <p:pic>
        <p:nvPicPr>
          <p:cNvPr id="8" name="Graphic 7" descr="Microscope with solid fill">
            <a:extLst>
              <a:ext uri="{FF2B5EF4-FFF2-40B4-BE49-F238E27FC236}">
                <a16:creationId xmlns:a16="http://schemas.microsoft.com/office/drawing/2014/main" id="{609879F7-4290-7879-996D-07C63F08E4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2284" y="1703592"/>
            <a:ext cx="457200" cy="533400"/>
          </a:xfrm>
          <a:prstGeom prst="rect">
            <a:avLst/>
          </a:prstGeom>
        </p:spPr>
      </p:pic>
      <p:pic>
        <p:nvPicPr>
          <p:cNvPr id="10" name="Graphic 9" descr="Microscope with solid fill">
            <a:extLst>
              <a:ext uri="{FF2B5EF4-FFF2-40B4-BE49-F238E27FC236}">
                <a16:creationId xmlns:a16="http://schemas.microsoft.com/office/drawing/2014/main" id="{DFDA9DCF-23F0-DCC8-EDB9-2F9A8E855B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071" y="2895600"/>
            <a:ext cx="457200" cy="533400"/>
          </a:xfrm>
          <a:prstGeom prst="rect">
            <a:avLst/>
          </a:prstGeom>
        </p:spPr>
      </p:pic>
      <p:pic>
        <p:nvPicPr>
          <p:cNvPr id="12" name="Graphic 11" descr="Microscope with solid fill">
            <a:extLst>
              <a:ext uri="{FF2B5EF4-FFF2-40B4-BE49-F238E27FC236}">
                <a16:creationId xmlns:a16="http://schemas.microsoft.com/office/drawing/2014/main" id="{F89D35DE-175A-E231-23C7-13B9DF3A7C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865" y="5864132"/>
            <a:ext cx="457200" cy="533400"/>
          </a:xfrm>
          <a:prstGeom prst="rect">
            <a:avLst/>
          </a:prstGeom>
        </p:spPr>
      </p:pic>
      <p:pic>
        <p:nvPicPr>
          <p:cNvPr id="14" name="Graphic 13" descr="Microscope with solid fill">
            <a:extLst>
              <a:ext uri="{FF2B5EF4-FFF2-40B4-BE49-F238E27FC236}">
                <a16:creationId xmlns:a16="http://schemas.microsoft.com/office/drawing/2014/main" id="{A109657E-C14C-3DA9-189D-AE086F9A5C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865" y="4405424"/>
            <a:ext cx="4572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15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A5A179-A87F-3FD5-AD2A-CE6F47012F90}"/>
              </a:ext>
            </a:extLst>
          </p:cNvPr>
          <p:cNvSpPr/>
          <p:nvPr/>
        </p:nvSpPr>
        <p:spPr>
          <a:xfrm>
            <a:off x="11061290" y="6567948"/>
            <a:ext cx="1042220" cy="20647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44611-0BA4-0D3E-1FF6-94B0AA41E22D}"/>
              </a:ext>
            </a:extLst>
          </p:cNvPr>
          <p:cNvSpPr txBox="1"/>
          <p:nvPr/>
        </p:nvSpPr>
        <p:spPr>
          <a:xfrm>
            <a:off x="304800" y="578951"/>
            <a:ext cx="6096000" cy="520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97B8FF"/>
                </a:solidFill>
                <a:latin typeface="Sora Medium" pitchFamily="34" charset="0"/>
                <a:cs typeface="Sora Medium" pitchFamily="34" charset="-120"/>
              </a:rPr>
              <a:t>Challenges Faced and Resolution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63B465-71F9-E81E-2BEF-5BFF8999C2D2}"/>
              </a:ext>
            </a:extLst>
          </p:cNvPr>
          <p:cNvSpPr txBox="1"/>
          <p:nvPr/>
        </p:nvSpPr>
        <p:spPr>
          <a:xfrm>
            <a:off x="304800" y="1494502"/>
            <a:ext cx="1201322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Understanding the Cybersecurity Dataset</a:t>
            </a:r>
          </a:p>
          <a:p>
            <a:endParaRPr lang="en-IN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Challenge: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Understanding the large dataset, attributes, and relationships was initially difficult.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Resolution 1: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Studied column descriptions and identified attributes relevant to cybersecurity analysis.</a:t>
            </a:r>
          </a:p>
          <a:p>
            <a:endParaRPr lang="en-IN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Data Preprocessing</a:t>
            </a:r>
          </a:p>
          <a:p>
            <a:endParaRPr lang="en-IN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Challenge: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Handling missing values, duplicates, inconsistent entries, and unnecessary columns.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Resolution 2: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Used </a:t>
            </a: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Power Query in Microsoft Power BI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for systematic data cleaning and transformation.</a:t>
            </a:r>
          </a:p>
          <a:p>
            <a:endParaRPr lang="en-IN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Selecting Appropriate Visualizations</a:t>
            </a:r>
          </a:p>
          <a:p>
            <a:endParaRPr lang="en-IN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Challenge: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Selecting suitable charts for different cybersecurity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Resolution 3: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Tested different visualization types and selected the most meaningful visuals for trends </a:t>
            </a:r>
          </a:p>
          <a:p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     and comparisons.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6136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22C93F-92A8-145C-6FC4-7DAEE31DF097}"/>
              </a:ext>
            </a:extLst>
          </p:cNvPr>
          <p:cNvSpPr/>
          <p:nvPr/>
        </p:nvSpPr>
        <p:spPr>
          <a:xfrm>
            <a:off x="10972800" y="6508955"/>
            <a:ext cx="1219200" cy="34904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DB7DA-BB71-C977-1E35-BC9E9F95A0A6}"/>
              </a:ext>
            </a:extLst>
          </p:cNvPr>
          <p:cNvSpPr txBox="1"/>
          <p:nvPr/>
        </p:nvSpPr>
        <p:spPr>
          <a:xfrm>
            <a:off x="444908" y="696506"/>
            <a:ext cx="9770808" cy="6280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Technical Skills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Microsoft Power BI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Power Query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DAX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Interactive Data Visualization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Soft Skills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Communication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Documentation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Time Management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Analytical Thinking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Team Collaboration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Overall Learning / Experience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Gained practical experience in </a:t>
            </a: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cybersecurity analytics, data visualization, business intelligence, and data-driven decision-making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through interactive Power BI dashboards.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3AA8CF-BFBE-8A3D-FE9D-49181A13F429}"/>
              </a:ext>
            </a:extLst>
          </p:cNvPr>
          <p:cNvSpPr txBox="1"/>
          <p:nvPr/>
        </p:nvSpPr>
        <p:spPr>
          <a:xfrm>
            <a:off x="346586" y="176043"/>
            <a:ext cx="6100916" cy="520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97B8FF"/>
                </a:solidFill>
                <a:latin typeface="Sora Medium" pitchFamily="34" charset="0"/>
                <a:cs typeface="Sora Medium" pitchFamily="34" charset="-120"/>
              </a:rPr>
              <a:t>Learning &amp; Skills Acquired</a:t>
            </a:r>
            <a:endParaRPr lang="en-US" sz="28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EEB3D7BA-62A3-6A00-9CD4-E210490D3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723" y="1130710"/>
            <a:ext cx="5951847" cy="377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61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0A7382-64B8-D534-806E-CF4DD7F71B12}"/>
              </a:ext>
            </a:extLst>
          </p:cNvPr>
          <p:cNvSpPr/>
          <p:nvPr/>
        </p:nvSpPr>
        <p:spPr>
          <a:xfrm>
            <a:off x="11031794" y="6538452"/>
            <a:ext cx="1160206" cy="3195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510932-FC50-1F20-A0E6-17F374FEE486}"/>
              </a:ext>
            </a:extLst>
          </p:cNvPr>
          <p:cNvSpPr txBox="1"/>
          <p:nvPr/>
        </p:nvSpPr>
        <p:spPr>
          <a:xfrm>
            <a:off x="550605" y="1174217"/>
            <a:ext cx="9104671" cy="4618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Future Enhancements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Real-Time Data Integration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– Integrate real-time cybersecurity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Predictive Analytics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– Implement machine learning for threat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Automated Alerts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– Add automated alerts and advanced dashboard features.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Advanced Dashboard Features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– Enhance interactive cybersecurity monitoring.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Key Insights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Hacking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emerged as one of the most frequently observed attack methods.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External threat actors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accounted for a significant number of incidents.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 </a:t>
            </a: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2010s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recorded the highest threat activity, with a significant increase in cyber incidents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F5E33-D147-D76F-BBB8-9219F786504F}"/>
              </a:ext>
            </a:extLst>
          </p:cNvPr>
          <p:cNvSpPr txBox="1"/>
          <p:nvPr/>
        </p:nvSpPr>
        <p:spPr>
          <a:xfrm>
            <a:off x="550606" y="521434"/>
            <a:ext cx="6100916" cy="520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97B8FF"/>
                </a:solidFill>
                <a:latin typeface="Sora Medium" pitchFamily="34" charset="0"/>
                <a:cs typeface="Sora Medium" pitchFamily="34" charset="-120"/>
              </a:rPr>
              <a:t>Future Enhancements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69974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B11319-0A15-77CC-BA5B-30058AACA4FB}"/>
              </a:ext>
            </a:extLst>
          </p:cNvPr>
          <p:cNvSpPr/>
          <p:nvPr/>
        </p:nvSpPr>
        <p:spPr>
          <a:xfrm>
            <a:off x="11041626" y="6459794"/>
            <a:ext cx="1081548" cy="3982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FD1D05-A92A-2D77-32E1-F283588D3A89}"/>
              </a:ext>
            </a:extLst>
          </p:cNvPr>
          <p:cNvSpPr txBox="1"/>
          <p:nvPr/>
        </p:nvSpPr>
        <p:spPr>
          <a:xfrm>
            <a:off x="673510" y="462440"/>
            <a:ext cx="6096000" cy="520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97B8FF"/>
                </a:solidFill>
                <a:latin typeface="Sora Medium" pitchFamily="34" charset="0"/>
                <a:cs typeface="Sora Medium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BEE154-6EE8-A605-4E02-840F5853177F}"/>
              </a:ext>
            </a:extLst>
          </p:cNvPr>
          <p:cNvSpPr txBox="1"/>
          <p:nvPr/>
        </p:nvSpPr>
        <p:spPr>
          <a:xfrm>
            <a:off x="442452" y="982903"/>
            <a:ext cx="6558116" cy="5865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Advanced Threat Incident Analytics and Security Visualization Framework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successfully transformed cybersecurity incident data into </a:t>
            </a: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meaningful interactive insights using Microsoft Power BI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 project strengthened </a:t>
            </a: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technical, analytical, and problem-solving skills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through data preprocessing, DAX, data modelling, and dashboard development.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It provided practical experience in </a:t>
            </a: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cybersecurity analytics, business intelligence, and data-driven decision-making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Overall, the internship complemented academic learning and provided valuable preparation for future opportunities in </a:t>
            </a: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 analytics, cybersecurity, and business intelligence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 </a:t>
            </a: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AD589318-12FA-DEE2-3AE8-01A6A9698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114" y="0"/>
            <a:ext cx="45718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10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6B4524-4F53-3B43-FAC1-AFC7700B1A49}"/>
              </a:ext>
            </a:extLst>
          </p:cNvPr>
          <p:cNvSpPr/>
          <p:nvPr/>
        </p:nvSpPr>
        <p:spPr>
          <a:xfrm>
            <a:off x="11002297" y="6518787"/>
            <a:ext cx="1189703" cy="2654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396293-BB37-B1BC-E8B1-9C9D6F68F159}"/>
              </a:ext>
            </a:extLst>
          </p:cNvPr>
          <p:cNvSpPr txBox="1"/>
          <p:nvPr/>
        </p:nvSpPr>
        <p:spPr>
          <a:xfrm>
            <a:off x="334296" y="948490"/>
            <a:ext cx="11523408" cy="5865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 would like to express my heartfelt gratitude to: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Infosys Springboard Team</a:t>
            </a:r>
            <a:b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For providing a structured, industry-aligned virtual internship and practical learning platform.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Mentor – Ms. Nityasree</a:t>
            </a:r>
            <a:b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For continuous guidance, valuable feedback, and encouragement throughout the project.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Team Members</a:t>
            </a:r>
            <a:b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Vennela Pathipaka, Tejasri Lakshmi Maddula, and Twinkle Mohanty for collaboration, accountability, and teamwork.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Other Acknowledgement</a:t>
            </a:r>
            <a:b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Microsoft Power BI documentation and community resources, and Kaggle for publicly available datasets.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References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Microsoft Power BI Documentation &amp; Community Resources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Kaggle – Cybersecurity Incident Dataset</a:t>
            </a:r>
            <a:r>
              <a:rPr lang="en-IN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Infosys Springboard Virtual Internship 7.0 Learning Resources</a:t>
            </a:r>
            <a:endParaRPr lang="en-IN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763D41-899B-AEEA-30D5-83565BF9B970}"/>
              </a:ext>
            </a:extLst>
          </p:cNvPr>
          <p:cNvSpPr txBox="1"/>
          <p:nvPr/>
        </p:nvSpPr>
        <p:spPr>
          <a:xfrm>
            <a:off x="235974" y="428027"/>
            <a:ext cx="8308258" cy="581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cs typeface="Sora Medium" pitchFamily="34" charset="-120"/>
              </a:rPr>
              <a:t>Acknowledgement and Reference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89861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A241BE-1044-9846-6FBC-E1BF16038068}"/>
              </a:ext>
            </a:extLst>
          </p:cNvPr>
          <p:cNvSpPr/>
          <p:nvPr/>
        </p:nvSpPr>
        <p:spPr>
          <a:xfrm>
            <a:off x="10864645" y="6322142"/>
            <a:ext cx="1327355" cy="5358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C68FF2-D65B-0372-AA5E-5DF93FFDEF91}"/>
              </a:ext>
            </a:extLst>
          </p:cNvPr>
          <p:cNvSpPr txBox="1"/>
          <p:nvPr/>
        </p:nvSpPr>
        <p:spPr>
          <a:xfrm>
            <a:off x="781664" y="2706405"/>
            <a:ext cx="10628671" cy="1437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8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Sora Medium" pitchFamily="34" charset="0"/>
                <a:cs typeface="Sora Medium" pitchFamily="34" charset="-120"/>
              </a:rPr>
              <a:t>THANK YOU</a:t>
            </a:r>
            <a:endParaRPr lang="en-US" sz="88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4856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930</Words>
  <Application>Microsoft Office PowerPoint</Application>
  <PresentationFormat>Widescreen</PresentationFormat>
  <Paragraphs>133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Noto Sans</vt:lpstr>
      <vt:lpstr>Sora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Subhashree Subhasmita</dc:creator>
  <cp:lastModifiedBy>Subhashree Subhasmita</cp:lastModifiedBy>
  <cp:revision>1</cp:revision>
  <dcterms:created xsi:type="dcterms:W3CDTF">2026-08-17T05:21:22Z</dcterms:created>
  <dcterms:modified xsi:type="dcterms:W3CDTF">2026-08-17T06:32:17Z</dcterms:modified>
</cp:coreProperties>
</file>